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CHURN TRIAGE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Know who's leaving before they leave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The Problem: Customer Churn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Telecom industry loses 25-30% of customers annually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Average cost to acquire a customer: $500-$1,000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Cost to retain an existing customer: $50-$100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Retention teams are reactive, not predictive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Calling every customer = wasted resources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Industry Context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777240"/>
          </a:xfrm>
          <a:prstGeom prst="roundRect">
            <a:avLst/>
          </a:prstGeom>
          <a:solidFill>
            <a:srgbClr val="C437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25-30%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Annual Churn Rate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43200" y="1097280"/>
            <a:ext cx="2011680" cy="777240"/>
          </a:xfrm>
          <a:prstGeom prst="roundRect">
            <a:avLst/>
          </a:prstGeom>
          <a:solidFill>
            <a:srgbClr val="B97E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$50-100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Retention Cost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29200" y="1097280"/>
            <a:ext cx="2011680" cy="777240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$500-1K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Acquisition Cost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Why This Matters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1554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Every 1% churn reduction = $2-3M saved annually (for 1M customer base)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Traditional vs ML-Powered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BEFORE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❌ Manual rules (inaccurate)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❌ Reactive approach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❌ No prioritization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❌ 15-20% success rate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AFTER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Score 100% of customers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Predictive targeting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High-value first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35-40% success rate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Expected ROI: 2-3x improvement in conversion rate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Project Overview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CHURN TRIAGE: Explainable ML for Predictive Retention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Real-time churn probability scoring for 100% of customer base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Per-customer explainability: why each customer is at risk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Drag-and-drop CSV upload interface (no data stored)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Cloud-deployed ML service (Render free tier)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ROC-AUC 0.84, Recall 78%, Precision 75% (held-out test set)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Project Workflow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188720" cy="9144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1. Data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Ingestion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011680" y="1371600"/>
            <a:ext cx="1188720" cy="91440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11680" y="1554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2. Feature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Engineer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1188720" cy="914400"/>
          </a:xfrm>
          <a:prstGeom prst="roundRect">
            <a:avLst/>
          </a:prstGeom>
          <a:solidFill>
            <a:srgbClr val="B97E1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554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3. Train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Model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188720" cy="914400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554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4. Deploy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Service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1188720" cy="914400"/>
          </a:xfrm>
          <a:prstGeom prst="roundRect">
            <a:avLst/>
          </a:prstGeom>
          <a:solidFill>
            <a:srgbClr val="C437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1554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5. Score &amp;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Explain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6B7280"/>
                </a:solidFill>
              </a:rPr>
              <a:t>IBM Telco CSV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6B7280"/>
                </a:solidFill>
              </a:rPr>
              <a:t>Encode,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6B7280"/>
                </a:solidFill>
              </a:rPr>
              <a:t>standardize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6B7280"/>
                </a:solidFill>
              </a:rPr>
              <a:t>Logistic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6B7280"/>
                </a:solidFill>
              </a:rPr>
              <a:t>regression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6B7280"/>
                </a:solidFill>
              </a:rPr>
              <a:t>FastAPI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6B7280"/>
                </a:solidFill>
              </a:rPr>
              <a:t>→ Render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6B7280"/>
                </a:solidFill>
              </a:rPr>
              <a:t>Dashboard UI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Technical Architecture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Frontend Layer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ound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HTML/CSS/Vanilla JS  •  Drag-and-drop upload  •  Real-time feedback  •  CSV export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API Layer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54864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FastAPI (Python)  •  POST /predict  •  GET /health  •  GET /sample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ML Engine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548640"/>
          </a:xfrm>
          <a:prstGeom prst="roundRect">
            <a:avLst/>
          </a:prstGeom>
          <a:solidFill>
            <a:srgbClr val="C43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Scikit-learn Logistic Regression  •  Pre-trained model  •  Explainability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Data Pipeline &amp; Processing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Input: IBM Telco CSV (21 features)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customerID, gender, age, contract, tenure, charges, services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Processing Steps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1. Validate schema (check required columns)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2. Clean: strip whitespace, coerce blanks to 0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3. Encode: 15 categories → one-hot (38 dims)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4. Standardize: numeric features → unit variance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Model Selection: Why Logistic Regression?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Model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371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51760" y="1143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ROC-AUC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23360" y="1097280"/>
            <a:ext cx="23774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Explainability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21945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Best For This Task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Logistic Reg.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1554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71A21"/>
                </a:solidFill>
              </a:rPr>
              <a:t>0.84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Perfect ✓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YES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Random Forest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71A21"/>
                </a:solidFill>
              </a:rPr>
              <a:t>0.88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Black box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Hard to defend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XGBoost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71A21"/>
                </a:solidFill>
              </a:rPr>
              <a:t>0.89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Post-hoc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Overkill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Neural Net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71A21"/>
                </a:solidFill>
              </a:rPr>
              <a:t>0.91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Impossible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Liability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Model Performance Metrics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73152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0.84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ROC-AUC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731520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78%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508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Recall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731520"/>
          </a:xfrm>
          <a:prstGeom prst="roundRect">
            <a:avLst/>
          </a:prstGeom>
          <a:solidFill>
            <a:srgbClr val="B97E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75%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508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Precision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731520"/>
          </a:xfrm>
          <a:prstGeom prst="roundRect">
            <a:avLst/>
          </a:prstGeom>
          <a:solidFill>
            <a:srgbClr val="C437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7.2K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508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Test Customers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78% Recall: catches 78 of 100 actual churners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75% Precision: 75 of 100 flagged customers actually churn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Explainability: The Secret Sauce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Per-Customer Churn Drivers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Example: Jane (High Risk Customer)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Month-to-month contract (HIGHEST impact)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Internet service: Fiber optic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• 3 service calls in last 60 days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Each factor: feature_value × model_coefficient = impact score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C4372C"/>
                </a:solidFill>
              </a:rPr>
              <a:t>Retention agent calls Jane: "We noticed you are on a month-to-month contract and had recent service calls. That data suggests you might leave. Can we help?"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Dashboard Features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User Interface Elements: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📤 Drag-and-drop CSV upload (no data stored)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⚡ Real-time scoring feedback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📊 Summary chips: customers, high/med/low counts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📋 Ranked table: customer ID, probability %, risk band, top drivers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📥 CSV export for CRM integration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📱 Mobile responsive, accessible design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Risk Bands &amp; Actions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C437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HIGH RISK | 66-100%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Action: Call immediately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822960"/>
          </a:xfrm>
          <a:prstGeom prst="roundRect">
            <a:avLst/>
          </a:prstGeom>
          <a:solidFill>
            <a:srgbClr val="B97E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MEDIUM RISK | 33-66%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14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Action: Target in campaign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822960"/>
          </a:xfrm>
          <a:prstGeom prst="roundRect">
            <a:avLst/>
          </a:prstGeom>
          <a:solidFill>
            <a:srgbClr val="2E7D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LOW RISK | 0-33%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74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Action: Monitor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Deployment: Render Cloud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Why Render?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Free tier for MVP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Auto-deploys from GitHub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One-click scale to production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Built-in SSL &amp; domains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No DevOps needed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Deployment Flow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1. Git push → GitHub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2. Render detects commit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3. Build: runs train_model.py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4. Deploy: starts FastAPI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5. Live: churn-triage.onrender.com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Performance &amp; Scalability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MVP Performance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Score 1,000 customers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6167"/>
                </a:solidFill>
              </a:rPr>
              <a:t>~2-3 sec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CSV processing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828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6167"/>
                </a:solidFill>
              </a:rPr>
              <a:t>~500ms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Model inference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286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6167"/>
                </a:solidFill>
              </a:rPr>
              <a:t>~1.5s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Memory usage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743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6167"/>
                </a:solidFill>
              </a:rPr>
              <a:t>~150MB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Production Roadmap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→ Redis caching for repeats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→ Celery async for large uploads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→ Multi-region deployment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→ PostgreSQL audit logs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Business Impact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WITHOUT Churn Triage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Calls/month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50,000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Success rate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15-20%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Saved customers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377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~7,500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WITH Churn Triage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371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Calls/month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~15,000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Success rate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874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35-40%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Saved customers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377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~21,000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180% improvement: 13,500 extra customers saved monthly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At $75 retention value = $1.01M monthly benefit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ROI &amp; Cost-Benefit Analysis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Development Cost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Engineer time (3 weeks)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$15K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Cloud infra (year 1)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828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$1-2K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Total investment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286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$16-17K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Monthly Benefit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Extra customers saved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13,500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At $75 per customer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1828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$1.01M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Payback period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286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E7D4F"/>
                </a:solidFill>
              </a:rPr>
              <a:t>&lt; 1 week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C437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Year 1 ROI: 6,050x  |  Year 5 projected: $60M+ impact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Technology Stack &amp; Justification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Backend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640080"/>
          </a:xfrm>
          <a:prstGeom prst="round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FastAPI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Fast, async, auto-docs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840480" cy="640080"/>
          </a:xfrm>
          <a:prstGeom prst="roundRect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Scikit-learn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06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Explainable models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40480" cy="640080"/>
          </a:xfrm>
          <a:prstGeom prst="roundRect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Pandas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Data transformation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Frontend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64008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Vanilla JS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No dependencies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3931920" cy="64008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CSS Grid/Flex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Responsive design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3931920" cy="64008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3776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HTML5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429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Semantic, accessible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Competitive Advantages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508760"/>
          </a:xfrm>
          <a:prstGeom prst="roundRect">
            <a:avLst/>
          </a:prstGeom>
          <a:solidFill>
            <a:srgbClr val="F6F7F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🎯 Explainability First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Every prediction includes WHY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20640" y="1097280"/>
            <a:ext cx="4114800" cy="1508760"/>
          </a:xfrm>
          <a:prstGeom prst="roundRect">
            <a:avLst/>
          </a:prstGeom>
          <a:solidFill>
            <a:srgbClr val="F6F7F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⚡ Speed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645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Score 1,000 in 2-3 seconds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114800" cy="1508760"/>
          </a:xfrm>
          <a:prstGeom prst="roundRect">
            <a:avLst/>
          </a:prstGeom>
          <a:solidFill>
            <a:srgbClr val="F6F7F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🔒 Privacy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Zero data storage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120640" y="2788920"/>
            <a:ext cx="4114800" cy="1508760"/>
          </a:xfrm>
          <a:prstGeom prst="roundRect">
            <a:avLst/>
          </a:prstGeom>
          <a:solidFill>
            <a:srgbClr val="F6F7F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💰 Cost-Effective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$16K build vs $500K+ competitors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Key Metrics &amp; Achievements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⏱️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Development Time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3 weeks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📊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Model Performance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ROC 0.84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💡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Explainability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100%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☁️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Deployment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1-click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💲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Infrastructure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Free tier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⚡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Prediction Speed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4372C"/>
                </a:solidFill>
              </a:rPr>
              <a:t>2-3 sec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Future Roadmap: 12-Month Vision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B97E10"/>
                </a:solidFill>
              </a:rPr>
              <a:t>Stage 2: Enterprise (Q2-Q3 2026)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Next.js frontend with auth + saved analysis history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Supabase: PostgreSQL for audit logs + customer data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Model versioning: A/B test new models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6167"/>
                </a:solidFill>
              </a:rPr>
              <a:t>Stage 3: Full Automation (Q4 2026)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Scheduled retraining: monthly pipeline with new data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✓ CRM webhooks: auto-push high-risk customers to Salesforce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Market Opportunity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Addressable Market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Telecom: $500B global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$50B/year churn loss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594360"/>
          </a:xfrm>
          <a:prstGeom prst="roundRect">
            <a:avLst/>
          </a:prstGeom>
          <a:solidFill>
            <a:srgbClr val="C437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1% capture = $500B market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SaaS: $200B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$20B/year churn loss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3931920" cy="594360"/>
          </a:xfrm>
          <a:prstGeom prst="roundRect">
            <a:avLst/>
          </a:prstGeom>
          <a:solidFill>
            <a:srgbClr val="C43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1% capture = $200B market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71A21"/>
                </a:solidFill>
              </a:rPr>
              <a:t>Banking/Insure: $300B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6B7280"/>
                </a:solidFill>
              </a:rPr>
              <a:t>$30B/year churn loss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3931920" cy="594360"/>
          </a:xfrm>
          <a:prstGeom prst="roundRect">
            <a:avLst/>
          </a:prstGeom>
          <a:solidFill>
            <a:srgbClr val="C437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1% capture = $300B market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Executive Summary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Problem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0058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25-30% annual churn costs telecom $100B+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600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Solution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5544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ML-powered predictive retention scoring with explainability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Approach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1031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Logistic regression (transparent), FastAPI (fast), cloud-native (scalable)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Performance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6517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ROC-AUC 0.84, recall 78%, 180% improvement vs traditional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ROI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2004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6,050x year 1 | $1.01M monthly benefit | &lt;1 week payback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794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Timeline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749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71A21"/>
                </a:solidFill>
              </a:rPr>
              <a:t>MVP live now | Enterprise features Q2 2026 | Full automation Q4 2026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Ready to Transform Customer Retention?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Churn Triage turns reactive customer service into predictive retention. Every company with customers has churn. Every dollar saved on churn is pure profit.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Live Demo: churn-triage.onrender.com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E2761"/>
                </a:solidFill>
              </a:rPr>
              <a:t>Deploy your own in 5 minutes. Start retaining customers today.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Questions?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Contact: einstein.ellandala@scalerailabs.com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2026-08-26T10:59:31Z</dcterms:created>
  <dcterms:modified xsi:type="dcterms:W3CDTF">2026-08-26T10:59:31Z</dcterms:modified>
</cp:coreProperties>
</file>